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気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666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spc="18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INSTAGRAM · PHASE ONE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723900" y="142875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0" spc="-13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SOCIAL</a:t>
            </a:r>
            <a:endParaRPr lang="en-US" sz="6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900" spc="-13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CONTENT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762000" y="390525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A first flight of Instagram creative for Ki — single-flavour features, reasons to believe, a grid-spanning range triptych and brand-voice one-liners. Every post designed on the Ki landscape system.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52959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8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14 CONCEPTS   ·   28 ASSETS   ·   FEED 1:1 + STORY 9:16   ·   @KI.BIO</a:t>
            </a:r>
            <a:endParaRPr lang="en-US" sz="938" dirty="0"/>
          </a:p>
        </p:txBody>
      </p:sp>
      <p:pic>
        <p:nvPicPr>
          <p:cNvPr id="8" name="Image 0" descr="/sessions/quirky-bold-heisenberg/mnt/outputs/_social/pptx/imgs/639bae6fa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7550" y="2857500"/>
            <a:ext cx="1600200" cy="1600200"/>
          </a:xfrm>
          <a:prstGeom prst="rect">
            <a:avLst/>
          </a:prstGeom>
        </p:spPr>
      </p:pic>
      <p:pic>
        <p:nvPicPr>
          <p:cNvPr id="9" name="Image 1" descr="/sessions/quirky-bold-heisenberg/mnt/outputs/_social/pptx/imgs/e97f0b6bb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950" y="2857500"/>
            <a:ext cx="1600200" cy="1600200"/>
          </a:xfrm>
          <a:prstGeom prst="rect">
            <a:avLst/>
          </a:prstGeom>
        </p:spPr>
      </p:pic>
      <p:pic>
        <p:nvPicPr>
          <p:cNvPr id="10" name="Image 2" descr="/sessions/quirky-bold-heisenberg/mnt/outputs/_social/pptx/imgs/3d55e2269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2857500"/>
            <a:ext cx="1600200" cy="1600200"/>
          </a:xfrm>
          <a:prstGeom prst="rect">
            <a:avLst/>
          </a:prstGeom>
        </p:spPr>
      </p:pic>
      <p:pic>
        <p:nvPicPr>
          <p:cNvPr id="11" name="Image 3" descr="/sessions/quirky-bold-heisenberg/mnt/outputs/_social/pptx/imgs/28790781c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550" y="4552950"/>
            <a:ext cx="1600200" cy="1600200"/>
          </a:xfrm>
          <a:prstGeom prst="rect">
            <a:avLst/>
          </a:prstGeom>
        </p:spPr>
      </p:pic>
      <p:pic>
        <p:nvPicPr>
          <p:cNvPr id="12" name="Image 4" descr="/sessions/quirky-bold-heisenberg/mnt/outputs/_social/pptx/imgs/6ab344c63f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950" y="4552950"/>
            <a:ext cx="1600200" cy="1600200"/>
          </a:xfrm>
          <a:prstGeom prst="rect">
            <a:avLst/>
          </a:prstGeom>
        </p:spPr>
      </p:pic>
      <p:pic>
        <p:nvPicPr>
          <p:cNvPr id="13" name="Image 5" descr="/sessions/quirky-bold-heisenberg/mnt/outputs/_social/pptx/imgs/da08c12ef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350" y="4552950"/>
            <a:ext cx="1600200" cy="1600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62000" y="6438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 · Phase One</a:t>
            </a:r>
            <a:endParaRPr lang="en-US" sz="825" dirty="0"/>
          </a:p>
        </p:txBody>
      </p:sp>
      <p:sp>
        <p:nvSpPr>
          <p:cNvPr id="15" name="Text 7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01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 · SKU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02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639bae6fa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761ac67ee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Yuzu Mint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Hit refresh 🔄🌿🍋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 · SKU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03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6ab344c63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b7c1a2b48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Satsuma Citrus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We’ve got a juicy secret (it’s satsuma) 🍊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 · SKU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04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40e4775a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e129eea31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Maple Coffee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Rich coffee. Sweet maple. A match made in heaven. Or just in your mouth.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 · SKU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05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3d55e226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63be8e05d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Tokyo Cola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Enjoy the refined flavour of Tokyo craft cola. For the full experience try it at 1am under a neon sign just as it stops raining.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 · SKU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06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4aaa704fb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09d899358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SINGLE-FLAVOUR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Hokkaido Mint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Chill. Literally ❄️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 · RTB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07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b40c06cd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4d222e2cb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Real Ingredients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Obsessed with ingredients? Us? Absolutely 🤓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 · RTB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08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e97f0b6bb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e5c555f85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Chef-Crafted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Yes, a chef, for a pouch. 👨‍🍳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 · RTB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09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e825d279a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b52a90e4b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Naturally Sweetened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Natural sweeteners are better than artificial ones. We checked.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 · RTB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10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cf2d1eebe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7f79179a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REASON TO BELIEVE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Lower Carbon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Our cans are environmentally certified, lower carbon, and made with pine oil. They also do a good job holding your pouches.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BRAND LINES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da08c12ef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eb38b1094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BRAND LINES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A Moment of Clarity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Clarity, made with intention. 気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RANGE TRIPTYCH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12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3a932a63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0" y="914400"/>
            <a:ext cx="8572500" cy="2857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40005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RANGE TRIPTYCH — ONE HORIZON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2000" y="42100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Three posts, in sequence, lock together across the feed grid into one panorama — also delivered as three 9:16 stories.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762000" y="4648200"/>
            <a:ext cx="32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I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1085850" y="4676775"/>
            <a:ext cx="33909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Some waits are worth their weight. Which in this case, if you’re curious, is .5278 grams.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52950" y="4648200"/>
            <a:ext cx="32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II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4876800" y="4676775"/>
            <a:ext cx="33909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Like the sunrise, we didn’t wait all night for it, dawn would be pretty meh.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43900" y="4648200"/>
            <a:ext cx="32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III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667750" y="4676775"/>
            <a:ext cx="33909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If you think nicotine pouches should have taste and that taste should taste like what it is supposed to taste like — without the lab-made ‘alternatives’ when nature already does it pretty well — we were thinking the same thing.</a:t>
            </a:r>
            <a:endParaRPr lang="en-US" sz="900" dirty="0"/>
          </a:p>
          <a:p>
            <a:pPr algn="l" indent="0" marL="0">
              <a:lnSpc>
                <a:spcPct val="136000"/>
              </a:lnSpc>
              <a:buNone/>
            </a:pPr>
            <a:endParaRPr lang="en-US" sz="9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Hi. Nice to meet you. We’re Ki.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KI · SOCIAL — PHASE 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667500" y="4572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spc="105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BRAND LINES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62000" y="742950"/>
            <a:ext cx="10668000" cy="1333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12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6438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Ki · Social</a:t>
            </a:r>
            <a:endParaRPr lang="en-US" sz="825" dirty="0"/>
          </a:p>
        </p:txBody>
      </p:sp>
      <p:pic>
        <p:nvPicPr>
          <p:cNvPr id="8" name="Image 0" descr="/sessions/quirky-bold-heisenberg/mnt/outputs/_social/pptx/imgs/6a1e5bfa1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28750"/>
            <a:ext cx="4095750" cy="409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619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FEED · 1:1</a:t>
            </a:r>
            <a:endParaRPr lang="en-US" sz="825" dirty="0"/>
          </a:p>
        </p:txBody>
      </p:sp>
      <p:pic>
        <p:nvPicPr>
          <p:cNvPr id="10" name="Image 1" descr="/sessions/quirky-bold-heisenberg/mnt/outputs/_social/pptx/imgs/011d696e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2857500" cy="50768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0" y="63055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90" kern="0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STORY · 9:16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8858250" y="14478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05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BRAND LINES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58250" y="16954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Sustainable by Design</a:t>
            </a:r>
            <a:endParaRPr lang="en-US" sz="2325" dirty="0"/>
          </a:p>
        </p:txBody>
      </p:sp>
      <p:sp>
        <p:nvSpPr>
          <p:cNvPr id="14" name="Text 10"/>
          <p:cNvSpPr/>
          <p:nvPr/>
        </p:nvSpPr>
        <p:spPr>
          <a:xfrm>
            <a:off x="8858250" y="31432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5" spc="120" kern="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CAPTION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8858250" y="3390900"/>
            <a:ext cx="27146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111111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Our packaging has a green streak. 🎋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858250" y="57721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1080×1080 feed</a:t>
            </a:r>
            <a:endParaRPr lang="en-US" sz="9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1080×1920 story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8125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550" dirty="0">
                <a:solidFill>
                  <a:srgbClr val="B88448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気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300" spc="-75" kern="0" dirty="0">
                <a:solidFill>
                  <a:srgbClr val="111111"/>
                </a:solidFill>
                <a:latin typeface="Obviously Medium" pitchFamily="34" charset="0"/>
                <a:ea typeface="Obviously Medium" pitchFamily="34" charset="-122"/>
                <a:cs typeface="Obviously Medium" pitchFamily="34" charset="-120"/>
              </a:rPr>
              <a:t>THAT’S THE FLIGHT.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0" y="360045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14 concepts · 28 crisp assets · 1080 + @2×  ·  built on the Ki landscape system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0" y="394335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8" dirty="0">
                <a:solidFill>
                  <a:srgbClr val="6B7280"/>
                </a:solidFill>
                <a:latin typeface="Obviously" pitchFamily="34" charset="0"/>
                <a:ea typeface="Obviously" pitchFamily="34" charset="-122"/>
                <a:cs typeface="Obviously" pitchFamily="34" charset="-120"/>
              </a:rPr>
              <a:t>Product from KI_NEW_UK pucks · Obviously Regular + Semibold · Site Gold #B88448</a:t>
            </a:r>
            <a:endParaRPr lang="en-US" sz="938" dirty="0"/>
          </a:p>
        </p:txBody>
      </p:sp>
      <p:sp>
        <p:nvSpPr>
          <p:cNvPr id="7" name="Text 5"/>
          <p:cNvSpPr/>
          <p:nvPr/>
        </p:nvSpPr>
        <p:spPr>
          <a:xfrm>
            <a:off x="10953750" y="6438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Obviously SemiBold" pitchFamily="34" charset="0"/>
                <a:ea typeface="Obviously SemiBold" pitchFamily="34" charset="-122"/>
                <a:cs typeface="Obviously SemiBold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2026-07-09T23:22:07Z</dcterms:created>
  <dcterms:modified xsi:type="dcterms:W3CDTF">2026-07-09T23:22:07Z</dcterms:modified>
</cp:coreProperties>
</file>